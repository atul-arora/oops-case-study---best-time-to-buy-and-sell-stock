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Time 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&amp; Sell Stock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Step-by-Step Visual Walkthrough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2004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 Force  →  Optimal O(n) 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Atul Arora  |  Vikrant Garje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given an array prices[] where prices[i] is the price of a stock on the i-th day.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a single day to BUY and a different future day to SELL.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the maximum profit. If no profit is possible, return 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60604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Input: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[7, 1, 5, 3, 6, 4]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60604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999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(Buy at day 2 @ 1, Sell at day 5 @ 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794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Must buy BEFORE you sell  |  Only ONE transaction allowed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🔨  Brute Force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Idea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EVERY pair (i, j) where i &lt; j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 profit = prices[j] - prices[i]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the maximum profit seen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O(n²)   |   Space: O(1)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960120"/>
            <a:ext cx="4526280" cy="3063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960120"/>
            <a:ext cx="452628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0058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 — Brute Force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62272" y="1298448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arr[], int n)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 = 0; i &lt; n-1; i++)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j = i+1; j &lt; n; j++)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profit = arr[j] - arr[i];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maxP = </a:t>
            </a:r>
            <a:pPr indent="0" marL="0">
              <a:buNone/>
            </a:pPr>
            <a:r>
              <a:rPr lang="en-US" sz="11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(maxP, profit);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🔨  Brute Force — Trace  |  arr = [7, 1, 5, 3, 6, 4]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804672"/>
            <a:ext cx="685800" cy="5486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804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804672"/>
            <a:ext cx="685800" cy="5486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804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804672"/>
            <a:ext cx="685800" cy="5486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804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804672"/>
            <a:ext cx="685800" cy="5486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804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804672"/>
            <a:ext cx="685800" cy="5486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804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804672"/>
            <a:ext cx="685800" cy="5486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04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1664208"/>
            <a:ext cx="82296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6642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34440" y="1664208"/>
            <a:ext cx="9601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1664208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1664208"/>
            <a:ext cx="13258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1664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arr[i] → arr[j]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1664208"/>
            <a:ext cx="15544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= arr[j]-arr[i]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1664208"/>
            <a:ext cx="15544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1664208"/>
            <a:ext cx="21031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1664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1984248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4440" y="1984248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1984248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1984248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1984248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1984248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198424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34440" y="1984248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31720" y="198424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7→1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49040" y="198424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198424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198424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2286000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34440" y="2286000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31720" y="2286000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2286000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2286000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9440" y="2286000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228600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234440" y="2286000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331720" y="228600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7→5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749040" y="228600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03520" y="228600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49440" y="228600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2587752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34440" y="2587752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31720" y="2587752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0" y="2587752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03520" y="2587752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0" y="2587752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258775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234440" y="2587752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331720" y="258775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7→3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749040" y="25877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303520" y="25877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949440" y="258775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2889504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234440" y="2889504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31720" y="2889504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49040" y="2889504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03520" y="2889504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49440" y="2889504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288950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234440" y="2889504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331720" y="2889504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7→6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749040" y="288950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303520" y="288950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949440" y="288950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74320" y="3191256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34440" y="3191256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331720" y="3191256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0" y="3191256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03520" y="3191256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49440" y="3191256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31912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234440" y="3191256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331720" y="319125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7→4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749040" y="319125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303520" y="319125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949440" y="319125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74320" y="3493008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234440" y="3493008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331720" y="3493008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493008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03520" y="3493008"/>
            <a:ext cx="1554480" cy="301752"/>
          </a:xfrm>
          <a:prstGeom prst="rect">
            <a:avLst/>
          </a:prstGeom>
          <a:solidFill>
            <a:srgbClr val="1A3A1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49440" y="3493008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349300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1234440" y="3493008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2331720" y="349300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1→5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3749040" y="349300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5303520" y="349300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6949440" y="349300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New max!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74320" y="3794760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234440" y="3794760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331720" y="3794760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49040" y="3794760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03520" y="3794760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949440" y="3794760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74320" y="379476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1234440" y="3794760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2331720" y="379476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1→3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3749040" y="379476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5303520" y="379476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6949440" y="379476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274320" y="4096512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234440" y="4096512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331720" y="4096512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749040" y="4096512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303520" y="4096512"/>
            <a:ext cx="1554480" cy="301752"/>
          </a:xfrm>
          <a:prstGeom prst="rect">
            <a:avLst/>
          </a:prstGeom>
          <a:solidFill>
            <a:srgbClr val="1A3A1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949440" y="4096512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74320" y="409651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1234440" y="4096512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2331720" y="409651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1→6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3749040" y="409651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5303520" y="409651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6949440" y="409651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New max!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(Continued on next slide...)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🔨  Brute Force — Trace (continued)  |  arr = [7, 1, 5, 3, 6, 4]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2296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777240"/>
            <a:ext cx="9601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7772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777240"/>
            <a:ext cx="13258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777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arr[i] → arr[j]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777240"/>
            <a:ext cx="15544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= arr[j]-arr[i]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777240"/>
            <a:ext cx="15544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777240"/>
            <a:ext cx="21031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777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1097280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1097280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097280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097280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097280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09728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1097280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109728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109728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109728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399032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1399032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31720" y="1399032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1399032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1399032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399032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39903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34440" y="1399032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31720" y="139903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5→3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139903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139903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139903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1700784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1700784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1700784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49040" y="1700784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1700784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1700784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170078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34440" y="1700784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31720" y="1700784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5→6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49040" y="170078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170078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170078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2002536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34440" y="2002536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2002536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9040" y="2002536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0" y="2002536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9440" y="2002536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20025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234440" y="2002536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331720" y="200253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5→4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749040" y="200253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03520" y="200253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949440" y="200253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2304288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34440" y="2304288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31720" y="2304288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0" y="2304288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03520" y="2304288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49440" y="2304288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230428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234440" y="2304288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331720" y="230428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3→6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749040" y="230428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303520" y="230428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949440" y="230428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2606040"/>
            <a:ext cx="8229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4440" y="2606040"/>
            <a:ext cx="960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31720" y="2606040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49040" y="2606040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03520" y="2606040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606040"/>
            <a:ext cx="210312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260604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234440" y="2606040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331720" y="260604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3→4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749040" y="26060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303520" y="26060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949440" y="260604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74320" y="2907792"/>
            <a:ext cx="8229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34440" y="2907792"/>
            <a:ext cx="960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31720" y="2907792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2907792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303520" y="2907792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49440" y="2907792"/>
            <a:ext cx="210312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290779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234440" y="2907792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2331720" y="290779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6→4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749040" y="29077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303520" y="29077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949440" y="290779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skip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274320" y="3456432"/>
            <a:ext cx="8595360" cy="1051560"/>
          </a:xfrm>
          <a:prstGeom prst="rect">
            <a:avLst/>
          </a:prstGeom>
          <a:solidFill>
            <a:srgbClr val="0F2D0F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274320" y="3456432"/>
            <a:ext cx="8595360" cy="3200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2" name="Text 100"/>
          <p:cNvSpPr/>
          <p:nvPr/>
        </p:nvSpPr>
        <p:spPr>
          <a:xfrm>
            <a:off x="457200" y="3502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Brute Force Result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50292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 Profit = 5   (Buy at index 1 @ price 1, Sell at index 4 @ price 6)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pairs checked: 15 = 15 comparisons  (O(n²))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Optimal Approach — Single Pass O(n)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the minimum price seen so far.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each day, calculate profit if we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 TODAY vs the lowest buy price.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ONE forward pass needed!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971800"/>
            <a:ext cx="3840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O(n)   |   Space: O(1)  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960120"/>
            <a:ext cx="4526280" cy="3977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960120"/>
            <a:ext cx="452628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0058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 — Optimal O(n)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62272" y="1316736"/>
            <a:ext cx="4315968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arr[], int n)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 2) </a:t>
            </a:r>
            <a:pPr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minPrice = arr[0];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maxProfitSoFar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 = 0; i &lt; n; i++)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minPrice = </a:t>
            </a:r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(minPrice, arr[i]);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maxProfitSoFar = </a:t>
            </a:r>
            <a:pPr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(maxProfitSoFar,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arr[i] - minPrice);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maxProfitSoFar;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Optimal Trace — arr = [7, 1, 5, 3, 6, 4]  (Single Pass)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777240"/>
            <a:ext cx="6583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777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73936" y="777240"/>
            <a:ext cx="658368" cy="502920"/>
          </a:xfrm>
          <a:prstGeom prst="rect">
            <a:avLst/>
          </a:prstGeom>
          <a:solidFill>
            <a:srgbClr val="0F2A3F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777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55648" y="128016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777240"/>
            <a:ext cx="6583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777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59736" y="128016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777240"/>
            <a:ext cx="6583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777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63824" y="128016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41064" y="777240"/>
            <a:ext cx="658368" cy="502920"/>
          </a:xfrm>
          <a:prstGeom prst="rect">
            <a:avLst/>
          </a:prstGeom>
          <a:solidFill>
            <a:srgbClr val="0F2D0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777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67912" y="128016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6583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777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128016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73936" y="149961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BUY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95344" y="149961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SELL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600200"/>
            <a:ext cx="77724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60020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188720" y="1600200"/>
            <a:ext cx="91440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160020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40280" y="1600200"/>
            <a:ext cx="100584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16002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minPrice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1600200"/>
            <a:ext cx="132588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160020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Profit=arr[i]-min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600200"/>
            <a:ext cx="128016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002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1600200"/>
            <a:ext cx="128016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6002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98080" y="1600200"/>
            <a:ext cx="155448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16002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1911096"/>
            <a:ext cx="77724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1911096"/>
            <a:ext cx="91440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40280" y="1911096"/>
            <a:ext cx="100584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1911096"/>
            <a:ext cx="13258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1911096"/>
            <a:ext cx="12801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911096"/>
            <a:ext cx="128016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554480" cy="3017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191109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88720" y="191109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40280" y="191109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37560" y="191109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7-7=0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191109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26480" y="191109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98080" y="191109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minPrice=7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2212848"/>
            <a:ext cx="77724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88720" y="2212848"/>
            <a:ext cx="91440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40280" y="2212848"/>
            <a:ext cx="100584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7560" y="2212848"/>
            <a:ext cx="132588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2212848"/>
            <a:ext cx="128016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2212848"/>
            <a:ext cx="128016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0" y="2212848"/>
            <a:ext cx="155448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221284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188720" y="2212848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240280" y="22128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337560" y="221284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1-1=0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54880" y="221284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26480" y="221284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✅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498080" y="221284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min! minPrice=1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4320" y="2514600"/>
            <a:ext cx="77724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8720" y="2514600"/>
            <a:ext cx="91440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40280" y="2514600"/>
            <a:ext cx="100584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37560" y="2514600"/>
            <a:ext cx="132588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2514600"/>
            <a:ext cx="128016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26480" y="2514600"/>
            <a:ext cx="128016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0" y="2514600"/>
            <a:ext cx="155448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251460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188720" y="2514600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240280" y="251460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337560" y="251460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5-1=4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754880" y="2514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126480" y="2514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✅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498080" y="251460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maxProfit updated!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74320" y="2816352"/>
            <a:ext cx="77724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8720" y="2816352"/>
            <a:ext cx="91440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240280" y="2816352"/>
            <a:ext cx="100584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37560" y="2816352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0" y="2816352"/>
            <a:ext cx="12801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26480" y="2816352"/>
            <a:ext cx="12801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0" y="2816352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281635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1188720" y="2816352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2240280" y="281635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3337560" y="281635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3-1=2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754880" y="281635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126480" y="281635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7498080" y="28163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&lt; max, skip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74320" y="3118104"/>
            <a:ext cx="77724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88720" y="3118104"/>
            <a:ext cx="91440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40280" y="3118104"/>
            <a:ext cx="100584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37560" y="3118104"/>
            <a:ext cx="132588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3118104"/>
            <a:ext cx="128016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3118104"/>
            <a:ext cx="128016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0" y="3118104"/>
            <a:ext cx="1554480" cy="301752"/>
          </a:xfrm>
          <a:prstGeom prst="rect">
            <a:avLst/>
          </a:prstGeom>
          <a:solidFill>
            <a:srgbClr val="1A2A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31181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1188720" y="3118104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2240280" y="311810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3337560" y="3118104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6-1=5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4754880" y="31181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6126480" y="31181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✅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7498080" y="311810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profit: 5 🎯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274320" y="3419856"/>
            <a:ext cx="77724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88720" y="3419856"/>
            <a:ext cx="91440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240280" y="3419856"/>
            <a:ext cx="100584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337560" y="3419856"/>
            <a:ext cx="13258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754880" y="3419856"/>
            <a:ext cx="12801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126480" y="3419856"/>
            <a:ext cx="128016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98080" y="3419856"/>
            <a:ext cx="1554480" cy="3017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4320" y="34198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1188720" y="341985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2240280" y="341985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3337560" y="341985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4-1=3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4754880" y="341985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6126480" y="341985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7498080" y="341985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&lt; max, skip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4" name="Text 12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Max Profit = 5  |  Only 6 iterations!  (vs 15 in brute force)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Brute Force vs Optimal — Comparison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246120"/>
          </a:xfrm>
          <a:prstGeom prst="rect">
            <a:avLst/>
          </a:prstGeom>
          <a:solidFill>
            <a:srgbClr val="1A0A0A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🔨  Brute Force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35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nested for loops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O(n²)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130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4780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n=6: 15 iterations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25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n=1000: ~500,000 iters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72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 for large inputs 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3246120"/>
          </a:xfrm>
          <a:prstGeom prst="rect">
            <a:avLst/>
          </a:prstGeom>
          <a:solidFill>
            <a:srgbClr val="0A1A0A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Optimal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19472" y="1463040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435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for loop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19472" y="1810512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2157984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130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O(1)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19472" y="2505456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4780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n=6: 6 iterations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9472" y="2852928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825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n=1000: 1,000 iters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19472" y="3200400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172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for large inputs 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7764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For n=1,000,000 stocks — Brute Force: ~500 Billion ops  |  Optimal: 1 Million ops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229600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94360" cy="8046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051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 Force is intuitive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371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all pairs — O(n²) time — good for understanding the 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594360" cy="8046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2024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011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the minimum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331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insight: always know the cheapest price seen so far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594360" cy="8046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803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2971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pass wins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291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 scans once left-to-right, updating min and maxProfit — O(n)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0480"/>
            <a:ext cx="594360" cy="8046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404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" y="3931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answer, less 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251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return 5 for [7,1,5,3,6,4] — optimal does it in 6 steps vs 15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Atul Arora  |  Vikrant Garje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Time to Buy and Sell Stock</dc:title>
  <dc:subject>PptxGenJS Presentation</dc:subject>
  <dc:creator>PptxGenJS</dc:creator>
  <cp:lastModifiedBy>PptxGenJS</cp:lastModifiedBy>
  <cp:revision>1</cp:revision>
  <dcterms:created xsi:type="dcterms:W3CDTF">2026-04-08T21:34:42Z</dcterms:created>
  <dcterms:modified xsi:type="dcterms:W3CDTF">2026-04-08T21:34:42Z</dcterms:modified>
</cp:coreProperties>
</file>